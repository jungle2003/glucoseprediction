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12137390" cy="6797040"/>
            <a:chOff x="0" y="0"/>
            <a:chExt cx="16907" cy="1020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5621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1" y="0"/>
              <a:ext cx="5621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2" y="0"/>
              <a:ext cx="5665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401"/>
              <a:ext cx="5622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1" y="3400"/>
              <a:ext cx="5622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85" y="3399"/>
              <a:ext cx="5622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6802"/>
              <a:ext cx="5665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20" y="6796"/>
              <a:ext cx="5622" cy="3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85" y="6802"/>
              <a:ext cx="5622" cy="340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Jungle</cp:lastModifiedBy>
  <cp:revision>157</cp:revision>
  <dcterms:created xsi:type="dcterms:W3CDTF">2019-06-19T02:08:00Z</dcterms:created>
  <dcterms:modified xsi:type="dcterms:W3CDTF">2026-02-18T07:01:34Z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B4653DC092224DDF8217C0A10478F77D_11</vt:lpwstr>
  </property>
</Properties>
</file>